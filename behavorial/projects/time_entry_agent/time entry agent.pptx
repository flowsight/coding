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23D3C0-6438-24FD-9661-6D2FE4F0D6C3}" v="354" dt="2026-07-20T09:16:09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rban mitra" userId="1faf216ba7f38d0d" providerId="Windows Live" clId="Web-{C023D3C0-6438-24FD-9661-6D2FE4F0D6C3}"/>
    <pc:docChg chg="addSld modSld sldOrd">
      <pc:chgData name="anirban mitra" userId="1faf216ba7f38d0d" providerId="Windows Live" clId="Web-{C023D3C0-6438-24FD-9661-6D2FE4F0D6C3}" dt="2026-07-20T09:16:09.015" v="353" actId="20577"/>
      <pc:docMkLst>
        <pc:docMk/>
      </pc:docMkLst>
      <pc:sldChg chg="modSp">
        <pc:chgData name="anirban mitra" userId="1faf216ba7f38d0d" providerId="Windows Live" clId="Web-{C023D3C0-6438-24FD-9661-6D2FE4F0D6C3}" dt="2026-07-20T07:34:23.840" v="0" actId="20577"/>
        <pc:sldMkLst>
          <pc:docMk/>
          <pc:sldMk cId="964583993" sldId="257"/>
        </pc:sldMkLst>
        <pc:spChg chg="mod">
          <ac:chgData name="anirban mitra" userId="1faf216ba7f38d0d" providerId="Windows Live" clId="Web-{C023D3C0-6438-24FD-9661-6D2FE4F0D6C3}" dt="2026-07-20T07:34:23.840" v="0" actId="20577"/>
          <ac:spMkLst>
            <pc:docMk/>
            <pc:sldMk cId="964583993" sldId="257"/>
            <ac:spMk id="3" creationId="{52EA2C30-1BB2-7871-A73A-395604F02613}"/>
          </ac:spMkLst>
        </pc:spChg>
      </pc:sldChg>
      <pc:sldChg chg="addSp modSp">
        <pc:chgData name="anirban mitra" userId="1faf216ba7f38d0d" providerId="Windows Live" clId="Web-{C023D3C0-6438-24FD-9661-6D2FE4F0D6C3}" dt="2026-07-20T07:41:31.070" v="4" actId="1076"/>
        <pc:sldMkLst>
          <pc:docMk/>
          <pc:sldMk cId="3812785617" sldId="260"/>
        </pc:sldMkLst>
        <pc:picChg chg="add mod">
          <ac:chgData name="anirban mitra" userId="1faf216ba7f38d0d" providerId="Windows Live" clId="Web-{C023D3C0-6438-24FD-9661-6D2FE4F0D6C3}" dt="2026-07-20T07:41:31.070" v="4" actId="1076"/>
          <ac:picMkLst>
            <pc:docMk/>
            <pc:sldMk cId="3812785617" sldId="260"/>
            <ac:picMk id="3" creationId="{E0B73417-F72E-4B5F-270E-C8946F8C40F5}"/>
          </ac:picMkLst>
        </pc:picChg>
      </pc:sldChg>
      <pc:sldChg chg="modSp">
        <pc:chgData name="anirban mitra" userId="1faf216ba7f38d0d" providerId="Windows Live" clId="Web-{C023D3C0-6438-24FD-9661-6D2FE4F0D6C3}" dt="2026-07-20T07:45:02.826" v="30" actId="20577"/>
        <pc:sldMkLst>
          <pc:docMk/>
          <pc:sldMk cId="1755321423" sldId="261"/>
        </pc:sldMkLst>
        <pc:spChg chg="mod">
          <ac:chgData name="anirban mitra" userId="1faf216ba7f38d0d" providerId="Windows Live" clId="Web-{C023D3C0-6438-24FD-9661-6D2FE4F0D6C3}" dt="2026-07-20T07:45:02.826" v="30" actId="20577"/>
          <ac:spMkLst>
            <pc:docMk/>
            <pc:sldMk cId="1755321423" sldId="261"/>
            <ac:spMk id="3" creationId="{91F82F91-4316-B339-FCB6-FE3DD1B8B554}"/>
          </ac:spMkLst>
        </pc:spChg>
      </pc:sldChg>
      <pc:sldChg chg="modSp ord">
        <pc:chgData name="anirban mitra" userId="1faf216ba7f38d0d" providerId="Windows Live" clId="Web-{C023D3C0-6438-24FD-9661-6D2FE4F0D6C3}" dt="2026-07-20T08:23:59.563" v="162"/>
        <pc:sldMkLst>
          <pc:docMk/>
          <pc:sldMk cId="1201161025" sldId="262"/>
        </pc:sldMkLst>
        <pc:spChg chg="mod">
          <ac:chgData name="anirban mitra" userId="1faf216ba7f38d0d" providerId="Windows Live" clId="Web-{C023D3C0-6438-24FD-9661-6D2FE4F0D6C3}" dt="2026-07-20T07:46:18.422" v="80" actId="20577"/>
          <ac:spMkLst>
            <pc:docMk/>
            <pc:sldMk cId="1201161025" sldId="262"/>
            <ac:spMk id="3" creationId="{5A3192F4-11F8-ADFD-C311-C9CC932E7D3A}"/>
          </ac:spMkLst>
        </pc:spChg>
      </pc:sldChg>
      <pc:sldChg chg="modSp">
        <pc:chgData name="anirban mitra" userId="1faf216ba7f38d0d" providerId="Windows Live" clId="Web-{C023D3C0-6438-24FD-9661-6D2FE4F0D6C3}" dt="2026-07-20T09:16:09.015" v="353" actId="20577"/>
        <pc:sldMkLst>
          <pc:docMk/>
          <pc:sldMk cId="1080178641" sldId="263"/>
        </pc:sldMkLst>
        <pc:spChg chg="mod">
          <ac:chgData name="anirban mitra" userId="1faf216ba7f38d0d" providerId="Windows Live" clId="Web-{C023D3C0-6438-24FD-9661-6D2FE4F0D6C3}" dt="2026-07-20T09:16:09.015" v="353" actId="20577"/>
          <ac:spMkLst>
            <pc:docMk/>
            <pc:sldMk cId="1080178641" sldId="263"/>
            <ac:spMk id="3" creationId="{103D0FA6-9767-5F52-A2E5-D274167F4DA1}"/>
          </ac:spMkLst>
        </pc:spChg>
      </pc:sldChg>
      <pc:sldChg chg="modSp new">
        <pc:chgData name="anirban mitra" userId="1faf216ba7f38d0d" providerId="Windows Live" clId="Web-{C023D3C0-6438-24FD-9661-6D2FE4F0D6C3}" dt="2026-07-20T08:26:20.052" v="275" actId="20577"/>
        <pc:sldMkLst>
          <pc:docMk/>
          <pc:sldMk cId="480596362" sldId="264"/>
        </pc:sldMkLst>
        <pc:spChg chg="mod">
          <ac:chgData name="anirban mitra" userId="1faf216ba7f38d0d" providerId="Windows Live" clId="Web-{C023D3C0-6438-24FD-9661-6D2FE4F0D6C3}" dt="2026-07-20T08:04:27.233" v="104" actId="20577"/>
          <ac:spMkLst>
            <pc:docMk/>
            <pc:sldMk cId="480596362" sldId="264"/>
            <ac:spMk id="2" creationId="{D8D3C1F6-E81B-7828-72F3-A405927ADBEA}"/>
          </ac:spMkLst>
        </pc:spChg>
        <pc:spChg chg="mod">
          <ac:chgData name="anirban mitra" userId="1faf216ba7f38d0d" providerId="Windows Live" clId="Web-{C023D3C0-6438-24FD-9661-6D2FE4F0D6C3}" dt="2026-07-20T08:26:20.052" v="275" actId="20577"/>
          <ac:spMkLst>
            <pc:docMk/>
            <pc:sldMk cId="480596362" sldId="264"/>
            <ac:spMk id="3" creationId="{160810F2-1EFB-1D21-0354-37DACAE4844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AI Agent for Autonomous Timesheet Creation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57215"/>
            <a:ext cx="9144000" cy="22011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Anirban Mitra</a:t>
            </a:r>
          </a:p>
          <a:p>
            <a:r>
              <a:rPr lang="en-US" dirty="0"/>
              <a:t>Role : </a:t>
            </a:r>
            <a:r>
              <a:rPr lang="en-US"/>
              <a:t>Led, Designed, Delivered</a:t>
            </a:r>
            <a:endParaRPr lang="en-US" dirty="0"/>
          </a:p>
          <a:p>
            <a:r>
              <a:rPr lang="en-US"/>
              <a:t>Team Size : 1+3</a:t>
            </a:r>
            <a:endParaRPr lang="en-US" dirty="0"/>
          </a:p>
          <a:p>
            <a:r>
              <a:rPr lang="en-US"/>
              <a:t>Timeline = June 2024 – Dec 2025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C22D-8921-ECF7-BEFB-18F222693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Problem </a:t>
            </a:r>
            <a:r>
              <a:rPr lang="en-US"/>
              <a:t>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A2C30-1BB2-7871-A73A-395604F02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 1.2M users fill timesheets monthly— manual, repetitive, error-</a:t>
            </a:r>
            <a:r>
              <a:rPr lang="en-US" dirty="0">
                <a:ea typeface="+mn-lt"/>
                <a:cs typeface="+mn-lt"/>
              </a:rPr>
              <a:t>prone</a:t>
            </a:r>
          </a:p>
          <a:p>
            <a:r>
              <a:rPr lang="en-US" dirty="0">
                <a:ea typeface="+mn-lt"/>
                <a:cs typeface="+mn-lt"/>
              </a:rPr>
              <a:t>- Business </a:t>
            </a:r>
            <a:r>
              <a:rPr lang="en-US" dirty="0" err="1">
                <a:ea typeface="+mn-lt"/>
                <a:cs typeface="+mn-lt"/>
              </a:rPr>
              <a:t>ask:</a:t>
            </a:r>
            <a:r>
              <a:rPr lang="en-US" dirty="0">
                <a:ea typeface="+mn-lt"/>
                <a:cs typeface="+mn-lt"/>
              </a:rPr>
              <a:t> fully automate, minimal human interaction needed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- 3 working day gain per </a:t>
            </a:r>
            <a:r>
              <a:rPr lang="en-US">
                <a:ea typeface="+mn-lt"/>
                <a:cs typeface="+mn-lt"/>
              </a:rPr>
              <a:t>year per user</a:t>
            </a:r>
          </a:p>
          <a:p>
            <a:r>
              <a:rPr lang="en-US">
                <a:ea typeface="+mn-lt"/>
                <a:cs typeface="+mn-lt"/>
              </a:rPr>
              <a:t>Why it matters: top 3 highest-usage module in the product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4583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89E52-15FB-A808-BEB7-BEB6D54B4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821DA-CB24-1E8B-48DC-D7DC47321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Led design + delivery, e2e ownership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Team: [3 engineers], timeline: [17 months]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Phases: 0 (MVP) → 1 (Scale to 50k) → 2 (MCP platform abstraction)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Personally designed: action consolidation, metadata table, concurrency model, MCP migration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219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0461D-49FF-4A69-0D74-1C7F63124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B73417-F72E-4B5F-270E-C8946F8C4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1786" y="1524000"/>
            <a:ext cx="13595286" cy="770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785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C3A3-9E63-5EDA-97C2-B8EA19473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design decisions 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82F91-4316-B339-FCB6-FE3DD1B8B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Persistent Azure functions instead of PAF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RAG with Deterministic Tools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Per-User Isolation &amp; Security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21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208B2-67C2-2269-9309-B5E5E6986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Scaling — What Broke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192F4-11F8-ADFD-C311-C9CC932E7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/>
              <a:t>Unable to scale for 50k users 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dirty="0"/>
              <a:t>Per user agent run : Cost 6.4usd -optimize--&gt; 0.8 </a:t>
            </a:r>
            <a:r>
              <a:rPr lang="en-US" dirty="0" err="1"/>
              <a:t>usd</a:t>
            </a:r>
            <a:endParaRPr lang="en-US" dirty="0"/>
          </a:p>
          <a:p>
            <a:pPr>
              <a:buFont typeface="Calibri" panose="020B0604020202020204" pitchFamily="34" charset="0"/>
              <a:buChar char="-"/>
            </a:pPr>
            <a:r>
              <a:rPr lang="en-US" dirty="0"/>
              <a:t>Context window explosion  ---&gt; State </a:t>
            </a:r>
            <a:r>
              <a:rPr lang="en-US" dirty="0" err="1"/>
              <a:t>Persistance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/>
              <a:t>Concurrency Design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/>
              <a:t>Consistency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161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C1F6-E81B-7828-72F3-A405927AD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Things I would differently 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810F2-1EFB-1D21-0354-37DACAE48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>
                <a:ea typeface="+mn-lt"/>
                <a:cs typeface="+mn-lt"/>
              </a:rPr>
              <a:t>1. Discard MCP</a:t>
            </a:r>
            <a:endParaRPr lang="en-US"/>
          </a:p>
          <a:p>
            <a:r>
              <a:rPr lang="en-US">
                <a:ea typeface="+mn-lt"/>
                <a:cs typeface="+mn-lt"/>
              </a:rPr>
              <a:t>2. Go with custom Job Schedular from beginning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3. Push back against comment gen scenario: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Low adoption, 40% time to develop and added testing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3. </a:t>
            </a:r>
            <a:r>
              <a:rPr lang="en-US">
                <a:ea typeface="+mn-lt"/>
                <a:cs typeface="+mn-lt"/>
              </a:rPr>
              <a:t>Separation of our solution from beginning: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Due to other solution bug, </a:t>
            </a:r>
            <a:r>
              <a:rPr lang="en-US"/>
              <a:t>our release had to be pushed back, our dev effort was compromised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596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2AFD4-05A3-393E-1B33-D3F5ECF4C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D0FA6-9767-5F52-A2E5-D274167F4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Business Metrics: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MAU : 1k -&gt; 200k -&gt; 700k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Entries</a:t>
            </a:r>
            <a:r>
              <a:rPr lang="en-US" sz="2400">
                <a:ea typeface="+mn-lt"/>
                <a:cs typeface="+mn-lt"/>
              </a:rPr>
              <a:t> accepted without edit : ~60% -&gt; 87% -&gt; 89%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Returning user MoM : 30% -&gt; 70% -&gt; 74%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Cost : $6.40 → ~$0.8 per user 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Technical Metrics 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Latency : 55s → 12s per user  -&gt; 8s per user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Operational failure rate : 20%  → 3% current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78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AI Agent for Autonomous Timesheet Creation</vt:lpstr>
      <vt:lpstr> Problem Statement</vt:lpstr>
      <vt:lpstr>PowerPoint Presentation</vt:lpstr>
      <vt:lpstr>Architecture</vt:lpstr>
      <vt:lpstr>Key design decisions </vt:lpstr>
      <vt:lpstr>Scaling — What Broke</vt:lpstr>
      <vt:lpstr>Things I would differently </vt:lpstr>
      <vt:lpstr>Production Metrics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147</cp:revision>
  <dcterms:created xsi:type="dcterms:W3CDTF">2026-05-12T07:37:16Z</dcterms:created>
  <dcterms:modified xsi:type="dcterms:W3CDTF">2026-07-20T09:16:21Z</dcterms:modified>
</cp:coreProperties>
</file>